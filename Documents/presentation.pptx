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Nyutro Sans" panose="020B0604020202020204" charset="0"/>
      <p:regular r:id="rId9"/>
    </p:embeddedFont>
    <p:embeddedFont>
      <p:font typeface="Nyutro Sans Heavy" panose="020B0604020202020204" charset="0"/>
      <p:regular r:id="rId10"/>
    </p:embeddedFont>
    <p:embeddedFont>
      <p:font typeface="Open Sans" pitchFamily="2" charset="0"/>
      <p:regular r:id="rId11"/>
      <p:boldItalic r:id="rId12"/>
    </p:embeddedFont>
    <p:embeddedFont>
      <p:font typeface="Open Sans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5" d="100"/>
          <a:sy n="105" d="100"/>
        </p:scale>
        <p:origin x="414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nlawn/Projet_gestion_projet/tree/main/Documents/Cours%20et%20Questions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66750"/>
            <a:ext cx="6886575" cy="10283443"/>
            <a:chOff x="0" y="0"/>
            <a:chExt cx="1863593" cy="2782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63594" cy="2782840"/>
            </a:xfrm>
            <a:custGeom>
              <a:avLst/>
              <a:gdLst/>
              <a:ahLst/>
              <a:cxnLst/>
              <a:rect l="l" t="t" r="r" b="b"/>
              <a:pathLst>
                <a:path w="1863594" h="2782840">
                  <a:moveTo>
                    <a:pt x="13761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605167"/>
                  </a:lnTo>
                  <a:cubicBezTo>
                    <a:pt x="0" y="2703293"/>
                    <a:pt x="79547" y="2782840"/>
                    <a:pt x="177673" y="2782840"/>
                  </a:cubicBezTo>
                  <a:lnTo>
                    <a:pt x="1685921" y="2782840"/>
                  </a:lnTo>
                  <a:cubicBezTo>
                    <a:pt x="1784047" y="2782840"/>
                    <a:pt x="1863594" y="2703293"/>
                    <a:pt x="1863594" y="2605167"/>
                  </a:cubicBezTo>
                  <a:lnTo>
                    <a:pt x="1863594" y="523958"/>
                  </a:lnTo>
                  <a:cubicBezTo>
                    <a:pt x="1863594" y="480251"/>
                    <a:pt x="1847484" y="438079"/>
                    <a:pt x="1818345" y="405503"/>
                  </a:cubicBezTo>
                  <a:lnTo>
                    <a:pt x="1508568" y="59214"/>
                  </a:lnTo>
                  <a:cubicBezTo>
                    <a:pt x="1474864" y="21536"/>
                    <a:pt x="1426705" y="0"/>
                    <a:pt x="1376152" y="0"/>
                  </a:cubicBezTo>
                  <a:close/>
                </a:path>
              </a:pathLst>
            </a:custGeom>
            <a:blipFill>
              <a:blip r:embed="rId2"/>
              <a:stretch>
                <a:fillRect t="-162" b="-162"/>
              </a:stretch>
            </a:blipFill>
          </p:spPr>
          <p:txBody>
            <a:bodyPr/>
            <a:lstStyle/>
            <a:p>
              <a:endParaRPr lang="fr-FR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73394" y="666750"/>
            <a:ext cx="10056481" cy="9329735"/>
            <a:chOff x="0" y="0"/>
            <a:chExt cx="13408641" cy="12439646"/>
          </a:xfrm>
        </p:grpSpPr>
        <p:sp>
          <p:nvSpPr>
            <p:cNvPr id="5" name="TextBox 5"/>
            <p:cNvSpPr txBox="1"/>
            <p:nvPr/>
          </p:nvSpPr>
          <p:spPr>
            <a:xfrm>
              <a:off x="391141" y="-9525"/>
              <a:ext cx="13017500" cy="8137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5000"/>
                </a:lnSpc>
              </a:pPr>
              <a:r>
                <a:rPr lang="en-US" sz="15000" b="1" spc="-150" dirty="0" err="1">
                  <a:solidFill>
                    <a:srgbClr val="83AAFF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Ordinateur</a:t>
              </a:r>
              <a:r>
                <a:rPr lang="en-US" sz="15000" b="1" spc="-150">
                  <a:solidFill>
                    <a:srgbClr val="83AAFF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 tu apprendras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8394176"/>
              <a:ext cx="7437524" cy="4045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02"/>
                </a:lnSpc>
              </a:pPr>
              <a:r>
                <a:rPr lang="en-US" sz="2430" spc="-48">
                  <a:solidFill>
                    <a:srgbClr val="FFFFFF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Présenté par : </a:t>
              </a:r>
            </a:p>
            <a:p>
              <a:pPr marL="524639" lvl="1" indent="-262319" algn="l">
                <a:lnSpc>
                  <a:spcPts val="3402"/>
                </a:lnSpc>
                <a:buFont typeface="Arial"/>
                <a:buChar char="•"/>
              </a:pPr>
              <a:r>
                <a:rPr lang="en-US" sz="2430" spc="-48">
                  <a:solidFill>
                    <a:srgbClr val="FFFFFF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Zineb</a:t>
              </a:r>
            </a:p>
            <a:p>
              <a:pPr marL="524639" lvl="1" indent="-262319" algn="l">
                <a:lnSpc>
                  <a:spcPts val="3402"/>
                </a:lnSpc>
                <a:buFont typeface="Arial"/>
                <a:buChar char="•"/>
              </a:pPr>
              <a:r>
                <a:rPr lang="en-US" sz="2430" spc="-48">
                  <a:solidFill>
                    <a:srgbClr val="FFFFFF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Mouhamed</a:t>
              </a:r>
            </a:p>
            <a:p>
              <a:pPr marL="524639" lvl="1" indent="-262319" algn="l">
                <a:lnSpc>
                  <a:spcPts val="3402"/>
                </a:lnSpc>
                <a:buFont typeface="Arial"/>
                <a:buChar char="•"/>
              </a:pPr>
              <a:r>
                <a:rPr lang="en-US" sz="2430" spc="-48">
                  <a:solidFill>
                    <a:srgbClr val="FFFFFF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Zyad</a:t>
              </a:r>
            </a:p>
            <a:p>
              <a:pPr marL="524639" lvl="1" indent="-262319" algn="l">
                <a:lnSpc>
                  <a:spcPts val="3402"/>
                </a:lnSpc>
                <a:buFont typeface="Arial"/>
                <a:buChar char="•"/>
              </a:pPr>
              <a:r>
                <a:rPr lang="en-US" sz="2430" spc="-48">
                  <a:solidFill>
                    <a:srgbClr val="FFFFFF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Ramdane</a:t>
              </a:r>
            </a:p>
            <a:p>
              <a:pPr marL="524639" lvl="1" indent="-262319" algn="l">
                <a:lnSpc>
                  <a:spcPts val="3402"/>
                </a:lnSpc>
                <a:buFont typeface="Arial"/>
                <a:buChar char="•"/>
              </a:pPr>
              <a:r>
                <a:rPr lang="en-US" sz="2430" spc="-48">
                  <a:solidFill>
                    <a:srgbClr val="FFFFFF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Abdou-Lahat</a:t>
              </a:r>
            </a:p>
            <a:p>
              <a:pPr marL="524639" lvl="1" indent="-262319" algn="l">
                <a:lnSpc>
                  <a:spcPts val="3402"/>
                </a:lnSpc>
                <a:buFont typeface="Arial"/>
                <a:buChar char="•"/>
              </a:pPr>
              <a:r>
                <a:rPr lang="en-US" sz="2430" spc="-48">
                  <a:solidFill>
                    <a:srgbClr val="FFFFFF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Abderahamane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504599" y="8125112"/>
            <a:ext cx="214631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TechMed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08764" y="2268196"/>
            <a:ext cx="5750608" cy="5750608"/>
          </a:xfrm>
          <a:custGeom>
            <a:avLst/>
            <a:gdLst/>
            <a:ahLst/>
            <a:cxnLst/>
            <a:rect l="l" t="t" r="r" b="b"/>
            <a:pathLst>
              <a:path w="5750608" h="5750608">
                <a:moveTo>
                  <a:pt x="0" y="0"/>
                </a:moveTo>
                <a:lnTo>
                  <a:pt x="5750608" y="0"/>
                </a:lnTo>
                <a:lnTo>
                  <a:pt x="5750608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1294863" y="2268196"/>
            <a:ext cx="5750608" cy="5750608"/>
          </a:xfrm>
          <a:custGeom>
            <a:avLst/>
            <a:gdLst/>
            <a:ahLst/>
            <a:cxnLst/>
            <a:rect l="l" t="t" r="r" b="b"/>
            <a:pathLst>
              <a:path w="5750608" h="5750608">
                <a:moveTo>
                  <a:pt x="0" y="0"/>
                </a:moveTo>
                <a:lnTo>
                  <a:pt x="5750608" y="0"/>
                </a:lnTo>
                <a:lnTo>
                  <a:pt x="5750608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7010921" y="1190726"/>
            <a:ext cx="426615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Notre sujet : </a:t>
            </a:r>
          </a:p>
        </p:txBody>
      </p:sp>
      <p:sp>
        <p:nvSpPr>
          <p:cNvPr id="5" name="TextBox 5"/>
          <p:cNvSpPr txBox="1"/>
          <p:nvPr/>
        </p:nvSpPr>
        <p:spPr>
          <a:xfrm rot="-1248059">
            <a:off x="11985807" y="7450985"/>
            <a:ext cx="4129778" cy="52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6"/>
              </a:lnSpc>
            </a:pPr>
            <a:r>
              <a:rPr lang="en-US" sz="31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Lignes de commandes</a:t>
            </a:r>
          </a:p>
        </p:txBody>
      </p:sp>
      <p:sp>
        <p:nvSpPr>
          <p:cNvPr id="6" name="TextBox 6"/>
          <p:cNvSpPr txBox="1"/>
          <p:nvPr/>
        </p:nvSpPr>
        <p:spPr>
          <a:xfrm rot="-1318399">
            <a:off x="847169" y="2101791"/>
            <a:ext cx="392072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Navigateur internet</a:t>
            </a:r>
          </a:p>
        </p:txBody>
      </p:sp>
      <p:sp>
        <p:nvSpPr>
          <p:cNvPr id="7" name="TextBox 7"/>
          <p:cNvSpPr txBox="1"/>
          <p:nvPr/>
        </p:nvSpPr>
        <p:spPr>
          <a:xfrm rot="2317209">
            <a:off x="1351042" y="8033630"/>
            <a:ext cx="3666288" cy="491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2"/>
              </a:lnSpc>
            </a:pPr>
            <a:r>
              <a:rPr lang="en-US" sz="28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Explorateur de fichier</a:t>
            </a:r>
          </a:p>
        </p:txBody>
      </p:sp>
      <p:sp>
        <p:nvSpPr>
          <p:cNvPr id="8" name="TextBox 8"/>
          <p:cNvSpPr txBox="1"/>
          <p:nvPr/>
        </p:nvSpPr>
        <p:spPr>
          <a:xfrm rot="1240335">
            <a:off x="13340735" y="1357434"/>
            <a:ext cx="233734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Paramètres</a:t>
            </a:r>
          </a:p>
        </p:txBody>
      </p:sp>
      <p:sp>
        <p:nvSpPr>
          <p:cNvPr id="9" name="TextBox 9"/>
          <p:cNvSpPr txBox="1"/>
          <p:nvPr/>
        </p:nvSpPr>
        <p:spPr>
          <a:xfrm rot="-744495">
            <a:off x="7698017" y="8127442"/>
            <a:ext cx="97348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74061" y="605028"/>
            <a:ext cx="4739878" cy="1202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41"/>
              </a:lnSpc>
            </a:pPr>
            <a:r>
              <a:rPr lang="en-US" sz="7029" b="1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Pourquoi 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75559" y="3186308"/>
            <a:ext cx="5154662" cy="1087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51"/>
              </a:lnSpc>
            </a:pPr>
            <a:r>
              <a:rPr lang="en-US" sz="6322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Motivations ?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19876" y="4538270"/>
            <a:ext cx="3848249" cy="1087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51"/>
              </a:lnSpc>
            </a:pPr>
            <a:r>
              <a:rPr lang="en-US" sz="6322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Objectifs 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349364" y="6766917"/>
            <a:ext cx="3738860" cy="1087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51"/>
              </a:lnSpc>
            </a:pPr>
            <a:r>
              <a:rPr lang="en-US" sz="6322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Pour qui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33029" y="1488291"/>
            <a:ext cx="14621942" cy="8334507"/>
          </a:xfrm>
          <a:custGeom>
            <a:avLst/>
            <a:gdLst/>
            <a:ahLst/>
            <a:cxnLst/>
            <a:rect l="l" t="t" r="r" b="b"/>
            <a:pathLst>
              <a:path w="14621942" h="8334507">
                <a:moveTo>
                  <a:pt x="0" y="0"/>
                </a:moveTo>
                <a:lnTo>
                  <a:pt x="14621942" y="0"/>
                </a:lnTo>
                <a:lnTo>
                  <a:pt x="14621942" y="8334507"/>
                </a:lnTo>
                <a:lnTo>
                  <a:pt x="0" y="83345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3" name="TextBox 3"/>
          <p:cNvSpPr txBox="1"/>
          <p:nvPr/>
        </p:nvSpPr>
        <p:spPr>
          <a:xfrm>
            <a:off x="5806753" y="95897"/>
            <a:ext cx="6994847" cy="10947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60"/>
              </a:lnSpc>
            </a:pPr>
            <a:r>
              <a:rPr lang="en-US" sz="6400" b="1" u="sng" dirty="0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Caractéristiques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76738" y="1047188"/>
            <a:ext cx="9534525" cy="3195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Contenu</a:t>
            </a:r>
            <a:r>
              <a:rPr lang="en-US" sz="9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du jeu: </a:t>
            </a:r>
          </a:p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 </a:t>
            </a:r>
            <a:r>
              <a:rPr lang="en-US" sz="92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Github</a:t>
            </a:r>
            <a:endParaRPr lang="en-US" sz="9200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250231" y="4829175"/>
            <a:ext cx="15787539" cy="1065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2" tooltip="https://github.com/Enlawn/Projet_gestion_projet/tree/main/Documents/Cours%20et%20Questions"/>
              </a:rPr>
              <a:t>lien vers le GitHub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https://github.com/Enlawn/Projet_gestion_projet/tree/main/Documents/Cours%20et%20Questions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34604" y="7477760"/>
            <a:ext cx="6579245" cy="170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 cours : 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une aide pour le jeu, 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mais aussi de la lecture sur le sujet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526813" y="7477760"/>
            <a:ext cx="4473922" cy="170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 questions : 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Sous forme de QCM, 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utilisable en plus du jeu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8468" y="6737196"/>
            <a:ext cx="3538975" cy="3298770"/>
          </a:xfrm>
          <a:custGeom>
            <a:avLst/>
            <a:gdLst/>
            <a:ahLst/>
            <a:cxnLst/>
            <a:rect l="l" t="t" r="r" b="b"/>
            <a:pathLst>
              <a:path w="3538975" h="3298770">
                <a:moveTo>
                  <a:pt x="0" y="0"/>
                </a:moveTo>
                <a:lnTo>
                  <a:pt x="3538974" y="0"/>
                </a:lnTo>
                <a:lnTo>
                  <a:pt x="3538974" y="3298771"/>
                </a:lnTo>
                <a:lnTo>
                  <a:pt x="0" y="32987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728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5503218" y="143192"/>
            <a:ext cx="6862902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 jeu en lui même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7788" y="2522012"/>
            <a:ext cx="586205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Interface minimaliste : GRUB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7788" y="3538979"/>
            <a:ext cx="10973991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Apparence de l’outil sur lequel se base le sujet du jeu : 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 invité de commande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8468" y="6090924"/>
            <a:ext cx="338286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QR code vers le jeu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39053" y="6300791"/>
            <a:ext cx="394424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 contenu du jeu :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91959" y="7014848"/>
            <a:ext cx="743843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Partie Windows : commande de base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91959" y="7823838"/>
            <a:ext cx="668684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Partie Linux : commande de 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74099" y="537527"/>
            <a:ext cx="293980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 projet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49053" y="2794152"/>
            <a:ext cx="5161657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Ce que j’ai apprécié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10710" y="4297656"/>
            <a:ext cx="4520952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Ce que j’ai appris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31662" y="6075684"/>
            <a:ext cx="607590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Ce que je n’ai pas aimé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164</Words>
  <Application>Microsoft Office PowerPoint</Application>
  <PresentationFormat>Personnalisé</PresentationFormat>
  <Paragraphs>42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4" baseType="lpstr">
      <vt:lpstr>Nyutro Sans Heavy</vt:lpstr>
      <vt:lpstr>Calibri</vt:lpstr>
      <vt:lpstr>Open Sans</vt:lpstr>
      <vt:lpstr>Arial</vt:lpstr>
      <vt:lpstr>Open Sans Bold</vt:lpstr>
      <vt:lpstr>Nyutro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Présenté par [nom ici]</dc:title>
  <cp:lastModifiedBy>Abderahamane BELKACEMI</cp:lastModifiedBy>
  <cp:revision>2</cp:revision>
  <dcterms:created xsi:type="dcterms:W3CDTF">2006-08-16T00:00:00Z</dcterms:created>
  <dcterms:modified xsi:type="dcterms:W3CDTF">2026-01-25T23:01:20Z</dcterms:modified>
  <dc:identifier>DAG-8QVjnp8</dc:identifier>
</cp:coreProperties>
</file>